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42C03-037F-F0ED-A69E-0D08F7FEA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91F81-9DE0-3318-01D0-9443F4765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628C7-DC43-CE0A-93D4-FC4B81353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585EA-D8BB-4F07-BC4D-E993D1C0A3E8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BB5D1-7328-AF4A-881D-1CA4E691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87467-9580-2779-C227-1C2BDE7A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5435-9B53-473D-A9C0-1AA1F339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061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BDDF-7698-E816-A1F6-45974848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53BDC-2EEF-49D5-D072-ACA91398F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27AA2-3E4C-07CF-184A-34FEEE68F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585EA-D8BB-4F07-BC4D-E993D1C0A3E8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CB75F-3254-56D9-E02F-E685C9E7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60ECE-AE78-0136-C22D-5482D351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5435-9B53-473D-A9C0-1AA1F339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28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0E41-06C8-15CA-D109-3BDECD121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27172-6A07-0F87-F6AE-BC211A915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7AC14-284A-F85D-EA7A-7BA24289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585EA-D8BB-4F07-BC4D-E993D1C0A3E8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9CF74-95FD-8EB2-03E6-315BFC6D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F3183-BD32-FE47-8E62-79089A7B3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5435-9B53-473D-A9C0-1AA1F339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557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50BA-3DC8-9217-D399-CD7E4881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E6590-B25B-9DDF-53B8-38A86BCA15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85E55-7F40-5998-324F-7AFCFD653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85598-95C5-8265-2AC8-CDD6FA5A1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585EA-D8BB-4F07-BC4D-E993D1C0A3E8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8C814-4DB4-8F1B-0E72-C570D847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1DCD7-942A-ECA9-DDE3-EB9828AE7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5435-9B53-473D-A9C0-1AA1F339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513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3AA9-D917-A767-34DA-39E31DF46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1A38C-818A-F779-F5DF-90240EFB2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8E480-23B8-7CDF-3E23-9CFC613C0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9DB93-E7C0-6F25-DA86-6BB6F3166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FDEDD-4793-7077-1508-8A0615973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C0C5CF-2F03-65AA-C18D-4405C9CB0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585EA-D8BB-4F07-BC4D-E993D1C0A3E8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86FA6-6B3D-A3A0-DC3C-5D70B1FF0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2CEF33-6533-9BFE-5535-E4BEE6FD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5435-9B53-473D-A9C0-1AA1F339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495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95E9-763D-D18B-FA46-3BB8BCB7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56977-1684-DCBB-1397-3E01A9561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585EA-D8BB-4F07-BC4D-E993D1C0A3E8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9F212-E48A-9ED6-4077-AADFBF8D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485BA-3B0E-44CE-993C-F4A8F1DD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5435-9B53-473D-A9C0-1AA1F339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73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30903D-ABD7-94C4-9D8F-AC540329C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585EA-D8BB-4F07-BC4D-E993D1C0A3E8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6DA760-FF4A-F28C-85F5-0FE6DDF3E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F514F-F406-D6E2-FB5C-9E4AE9AE8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5435-9B53-473D-A9C0-1AA1F339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050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35DB-8F92-43F6-1B30-0C080697B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AFE8D-EE3C-2411-57C0-133418D4F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81AB5-AE47-BF17-95B8-91E1437D3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439ED-9A5E-AE45-C3C8-BD5EF3E6B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585EA-D8BB-4F07-BC4D-E993D1C0A3E8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A4B0E-0126-21C7-0C33-F272E3607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15474-1BC0-F699-389F-F30054E9A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5435-9B53-473D-A9C0-1AA1F339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45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CE3CF-0C69-E236-A581-1A7589FA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712723-8860-B342-2F1D-1F52C6ECD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38F27-3C4E-9606-1A00-FD5D594FD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C8FBF-5BE3-3795-7164-7EDAC9920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585EA-D8BB-4F07-BC4D-E993D1C0A3E8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804A9-601C-86EC-F566-FADC3C40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292B4-5224-18CB-E2FD-7F64BC98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5435-9B53-473D-A9C0-1AA1F339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292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19B82-D436-AD55-EB94-58432199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89C0D-C3BE-7798-F81F-6220364C8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281D2-B31D-E511-79A8-685A02F00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585EA-D8BB-4F07-BC4D-E993D1C0A3E8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ACFC2-8A09-D649-9052-3FD1B357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BC384-8F0B-7E42-601D-71DE2FCB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5435-9B53-473D-A9C0-1AA1F339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39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D46A39-CE50-2D31-3072-9E7F7DD60C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B0900-FA3F-256F-6058-523F388A2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E1C18-A859-DAD1-A2D7-8E7DF185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585EA-D8BB-4F07-BC4D-E993D1C0A3E8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EEBA9-A80C-5CF5-6182-D3AF3B195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15A8C-EA36-6CE4-7EA3-64556372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5435-9B53-473D-A9C0-1AA1F339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47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D53D06-F998-B2F7-02D7-7F0E5A2A6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20851-237B-CD4E-68CE-2018407ED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9C273-EA4A-083B-4A4B-AACE55AE5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9585EA-D8BB-4F07-BC4D-E993D1C0A3E8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8CD9B-3EA5-1703-4CAD-72BB4B1E5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B10B4-BB4B-6514-8A1F-D398563C5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55435-9B53-473D-A9C0-1AA1F3395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638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er1514.github.io/ai/index.html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D1A3E9-D352-87E1-ED53-B19F5856E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55983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89AA29-635D-E994-998D-9DD4CD31A2A2}"/>
              </a:ext>
            </a:extLst>
          </p:cNvPr>
          <p:cNvSpPr txBox="1"/>
          <p:nvPr/>
        </p:nvSpPr>
        <p:spPr>
          <a:xfrm>
            <a:off x="4980315" y="2533079"/>
            <a:ext cx="7175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𝙰𝚄𝚃𝙾 𝙷𝙸𝚁𝙴 𝙹𝙾𝙱 𝙰𝙿𝙿𝙻𝙸𝙲𝙰𝙽𝚃𝚂 </a:t>
            </a:r>
          </a:p>
        </p:txBody>
      </p:sp>
    </p:spTree>
    <p:extLst>
      <p:ext uri="{BB962C8B-B14F-4D97-AF65-F5344CB8AC3E}">
        <p14:creationId xmlns:p14="http://schemas.microsoft.com/office/powerpoint/2010/main" val="893442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1DEB06-5E5B-585D-DED0-3F21FB300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237" y="2478320"/>
            <a:ext cx="5094914" cy="39106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8B2E6D-87EA-6BCC-6022-4FD8191ADC9F}"/>
              </a:ext>
            </a:extLst>
          </p:cNvPr>
          <p:cNvSpPr txBox="1"/>
          <p:nvPr/>
        </p:nvSpPr>
        <p:spPr>
          <a:xfrm>
            <a:off x="847289" y="983424"/>
            <a:ext cx="1117413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𝙿𝚁𝙾𝙱𝙻𝙴𝙼  : </a:t>
            </a:r>
          </a:p>
          <a:p>
            <a:endParaRPr lang="en-IN" sz="2800" dirty="0">
              <a:solidFill>
                <a:srgbClr val="FF0000"/>
              </a:solidFill>
            </a:endParaRPr>
          </a:p>
          <a:p>
            <a:r>
              <a:rPr lang="en-US" dirty="0"/>
              <a:t>𝚃𝚘 𝚑𝚒𝚛𝚒𝚗𝚐 (𝚊𝚗𝚢 𝚏𝚒𝚎𝚕𝚍) 𝚎𝚊𝚌𝚑 𝚙𝚎𝚛𝚜𝚘𝚗, 𝚒𝚝 𝚝𝚊𝚔𝚎𝚜 𝚖𝚘𝚛𝚎 𝚝𝚒𝚖𝚎.</a:t>
            </a:r>
          </a:p>
          <a:p>
            <a:r>
              <a:rPr lang="en-US" dirty="0"/>
              <a:t>𝚃𝚑𝚎 𝚛𝚎𝚌𝚛𝚞𝚒𝚝𝚖𝚎𝚗𝚝 𝚙𝚛𝚘𝚌𝚎𝚜𝚜 𝚋𝚎𝚌𝚘𝚖𝚎𝚜 𝚜𝚕𝚘𝚠 𝚊𝚗𝚍 𝚍𝚒𝚏𝚏𝚒𝚌𝚞𝚕𝚝 𝚋𝚎𝚌𝚊𝚞𝚜𝚎 𝚒𝚝 𝚗𝚎𝚎𝚍𝚜 𝚝𝚘 𝚌𝚘𝚗𝚜𝚒𝚍𝚎𝚛 𝚖𝚊𝚗𝚢 𝚏𝚊𝚌𝚝𝚘𝚛𝚜 𝚜𝚞𝚌𝚑 𝚊𝚜:</a:t>
            </a:r>
          </a:p>
          <a:p>
            <a:endParaRPr lang="en-US" dirty="0"/>
          </a:p>
          <a:p>
            <a:r>
              <a:rPr lang="en-US" dirty="0"/>
              <a:t>	➤ 𝙿𝚎𝚛𝚜𝚘𝚗𝚊𝚕 𝙳𝚎𝚝𝚊𝚒𝚕𝚜 𝚅𝚎𝚛𝚒𝚏𝚒𝚌𝚊𝚝𝚒𝚘𝚗</a:t>
            </a:r>
          </a:p>
          <a:p>
            <a:r>
              <a:rPr lang="en-US" dirty="0"/>
              <a:t>	➤ 𝚂𝚔𝚒𝚕𝚕𝚜 𝚅𝚎𝚛𝚒𝚏𝚒𝚌𝚊𝚝𝚒𝚘𝚗</a:t>
            </a:r>
          </a:p>
          <a:p>
            <a:r>
              <a:rPr lang="en-US" dirty="0"/>
              <a:t>	➤ 𝙲𝚎𝚛𝚝𝚒𝚏𝚒𝚌𝚊𝚝𝚎𝚜 𝚅𝚎𝚛𝚒𝚏𝚒𝚌𝚊𝚝𝚒𝚘𝚗</a:t>
            </a:r>
          </a:p>
          <a:p>
            <a:r>
              <a:rPr lang="en-US" dirty="0"/>
              <a:t>	➤ 𝙴𝚡𝚙𝚎𝚛𝚒𝚎𝚗𝚌𝚎 𝚅𝚎𝚛𝚒𝚏𝚒𝚌𝚊𝚝𝚒𝚘𝚗</a:t>
            </a:r>
          </a:p>
          <a:p>
            <a:r>
              <a:rPr lang="en-US" dirty="0"/>
              <a:t>	➤ 𝚁𝚎𝚜𝚞𝚖𝚎 𝚂𝚌𝚛𝚎𝚎𝚗𝚒𝚗𝚐</a:t>
            </a:r>
          </a:p>
          <a:p>
            <a:r>
              <a:rPr lang="en-US" dirty="0"/>
              <a:t>	➤ 𝚃𝚎𝚌𝚑𝚗𝚒𝚌𝚊𝚕 𝙰𝚜𝚜𝚎𝚜𝚜𝚖𝚎𝚗𝚝</a:t>
            </a:r>
          </a:p>
          <a:p>
            <a:r>
              <a:rPr lang="en-US" dirty="0"/>
              <a:t>	➤ 𝙸𝚗𝚝𝚎𝚛𝚟𝚒𝚎𝚠 𝚂𝚌𝚑𝚎𝚍𝚞𝚕𝚒𝚗𝚐</a:t>
            </a:r>
          </a:p>
          <a:p>
            <a:r>
              <a:rPr lang="en-US" dirty="0"/>
              <a:t>	➤ 𝙱𝚊𝚌𝚔𝚐𝚛𝚘𝚞𝚗𝚍 𝙲𝚑𝚎𝚌𝚔</a:t>
            </a:r>
          </a:p>
          <a:p>
            <a:r>
              <a:rPr lang="en-US" dirty="0"/>
              <a:t>	➤ 𝙹𝚘𝚋 𝚁𝚘𝚕𝚎 𝙼𝚊𝚝𝚌𝚑𝚒𝚗𝚐</a:t>
            </a:r>
          </a:p>
          <a:p>
            <a:r>
              <a:rPr lang="en-US" dirty="0"/>
              <a:t>	➤ 𝙷𝚞𝚖𝚊𝚗 𝙴𝚛𝚛𝚘𝚛𝚜 𝚒𝚗 𝚂𝚎𝚕𝚎𝚌𝚝𝚒𝚘𝚗</a:t>
            </a:r>
          </a:p>
        </p:txBody>
      </p:sp>
    </p:spTree>
    <p:extLst>
      <p:ext uri="{BB962C8B-B14F-4D97-AF65-F5344CB8AC3E}">
        <p14:creationId xmlns:p14="http://schemas.microsoft.com/office/powerpoint/2010/main" val="2850683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D2D061-E76A-FA23-E427-84382081C7BF}"/>
              </a:ext>
            </a:extLst>
          </p:cNvPr>
          <p:cNvSpPr txBox="1"/>
          <p:nvPr/>
        </p:nvSpPr>
        <p:spPr>
          <a:xfrm>
            <a:off x="1149290" y="1103151"/>
            <a:ext cx="11307908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𝚂𝙾𝙻𝚄𝚃𝙸𝙾𝙽 : 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𝙰𝙿𝙿𝚁𝙾𝙰𝙲𝙷 : </a:t>
            </a:r>
            <a:r>
              <a:rPr lang="en-US" dirty="0"/>
              <a:t>𝚃𝚑𝚛𝚘𝚞𝚐𝚑 𝚁𝙿𝙰</a:t>
            </a:r>
          </a:p>
          <a:p>
            <a:endParaRPr lang="en-US" dirty="0"/>
          </a:p>
          <a:p>
            <a:r>
              <a:rPr lang="en-US" dirty="0">
                <a:solidFill>
                  <a:schemeClr val="tx2"/>
                </a:solidFill>
              </a:rPr>
              <a:t>		</a:t>
            </a:r>
            <a:r>
              <a:rPr lang="en-IN" dirty="0"/>
              <a:t>➤ 𝙰𝚞𝚝𝚘𝚖𝚊𝚝𝚎𝚍 𝙿𝚎𝚛𝚜𝚘𝚗𝚊𝚕 𝙳𝚎𝚝𝚊𝚒𝚕𝚜 𝚅𝚎𝚛𝚒𝚏𝚒𝚌𝚊𝚝𝚒𝚘𝚗</a:t>
            </a:r>
            <a:br>
              <a:rPr lang="en-IN" dirty="0"/>
            </a:br>
            <a:r>
              <a:rPr lang="en-IN" dirty="0"/>
              <a:t>		➤ 𝙰𝚞𝚝𝚘𝚖𝚊𝚝𝚒𝚌 𝚂𝚔𝚒𝚕𝚕𝚜 𝙰𝚜𝚜𝚎𝚜𝚜𝚖𝚎𝚗𝚝</a:t>
            </a:r>
          </a:p>
          <a:p>
            <a:r>
              <a:rPr lang="en-IN" dirty="0"/>
              <a:t>		➤ 𝙳𝚒𝚐𝚒𝚝𝚊𝚕 𝙲𝚎𝚛𝚝𝚒𝚏𝚒𝚌𝚊𝚝𝚎 𝚅𝚊𝚕𝚒𝚍𝚊𝚝𝚒𝚘𝚗</a:t>
            </a:r>
            <a:br>
              <a:rPr lang="en-IN" dirty="0"/>
            </a:br>
            <a:r>
              <a:rPr lang="en-IN" dirty="0"/>
              <a:t>		➤ 𝙴𝚡𝚙𝚎𝚛𝚒𝚎𝚗𝚌𝚎 𝙲𝚛𝚘𝚜𝚜 𝙲𝚑𝚎𝚌𝚔𝚒𝚗𝚐</a:t>
            </a:r>
            <a:br>
              <a:rPr lang="en-IN" dirty="0"/>
            </a:br>
            <a:r>
              <a:rPr lang="en-IN" dirty="0"/>
              <a:t>		➤ 𝚂𝚖𝚊𝚛𝚝 𝚁𝚎𝚜𝚞𝚖𝚎 𝚂𝚌𝚛𝚎𝚎𝚗𝚒𝚗𝚐</a:t>
            </a:r>
            <a:br>
              <a:rPr lang="en-IN" dirty="0"/>
            </a:br>
            <a:r>
              <a:rPr lang="en-IN" dirty="0"/>
              <a:t>		➤ 𝙰𝚞𝚝𝚘 𝙸𝚗𝚝𝚎𝚛𝚟𝚒𝚎𝚠 𝚂𝚌𝚑𝚎𝚍𝚞𝚕𝚒𝚗𝚐</a:t>
            </a:r>
            <a:br>
              <a:rPr lang="en-IN" dirty="0"/>
            </a:br>
            <a:r>
              <a:rPr lang="en-IN" dirty="0"/>
              <a:t>		➤ 𝙰𝙸-𝙱𝚊𝚜𝚎𝚍 𝙱𝚊𝚌𝚔𝚐𝚛𝚘𝚞𝚗𝚍 𝙲𝚑𝚎𝚌𝚔</a:t>
            </a:r>
            <a:br>
              <a:rPr lang="en-IN" dirty="0"/>
            </a:br>
            <a:r>
              <a:rPr lang="en-IN" dirty="0"/>
              <a:t>		➤ 𝙹𝚘𝚋-𝚁𝚘𝚕𝚎 𝙼𝚊𝚝𝚌𝚑𝚒𝚗𝚐 𝚂𝚢𝚜𝚝𝚎𝚖</a:t>
            </a:r>
            <a:br>
              <a:rPr lang="en-IN" dirty="0"/>
            </a:br>
            <a:r>
              <a:rPr lang="en-IN" dirty="0"/>
              <a:t>		➤ 𝚁𝚎𝚍𝚞𝚌𝚎𝚍 𝙷𝚞𝚖𝚊𝚗 𝙴𝚛𝚛𝚘𝚛𝚜</a:t>
            </a:r>
            <a:br>
              <a:rPr lang="en-IN" dirty="0"/>
            </a:br>
            <a:r>
              <a:rPr lang="en-IN" dirty="0"/>
              <a:t>		➤ 𝙵𝚊𝚜𝚝 &amp; 𝙴𝚏𝚏𝚒𝚌𝚒𝚎𝚗𝚝 𝙷𝚒𝚛𝚒𝚗𝚐 𝙿𝚛𝚘𝚌𝚎𝚜𝚜</a:t>
            </a:r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14E2A-A4D5-DF5B-86F8-39552D0A2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325" y="3165254"/>
            <a:ext cx="3175724" cy="317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786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E8213D-3CE4-E951-3352-3B9F54254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25571"/>
            <a:ext cx="4800237" cy="3583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BC9556-F3C0-8DE5-5C20-0FBCC345EF37}"/>
              </a:ext>
            </a:extLst>
          </p:cNvPr>
          <p:cNvSpPr txBox="1"/>
          <p:nvPr/>
        </p:nvSpPr>
        <p:spPr>
          <a:xfrm>
            <a:off x="805343" y="914401"/>
            <a:ext cx="6425967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𝙼𝙾𝙳𝙴𝙻 :</a:t>
            </a:r>
          </a:p>
          <a:p>
            <a:br>
              <a:rPr lang="en-IN" sz="2800" dirty="0"/>
            </a:br>
            <a:r>
              <a:rPr lang="en-IN" sz="2800" b="1" dirty="0"/>
              <a:t>𝚆𝙾𝚁𝙺𝙸𝙽𝙶 𝙿𝚁𝙾𝙲𝙴𝚂𝚂</a:t>
            </a:r>
          </a:p>
          <a:p>
            <a:endParaRPr lang="en-IN" sz="2800" dirty="0"/>
          </a:p>
          <a:p>
            <a:r>
              <a:rPr lang="en-IN" dirty="0"/>
              <a:t> 		➤ 𝚄𝚜𝚎𝚛 𝚁𝚎𝚐𝚒𝚜𝚝𝚛𝚊𝚝𝚒𝚘𝚗 &amp; 𝙻𝚘𝚐𝚒𝚗</a:t>
            </a:r>
            <a:br>
              <a:rPr lang="en-IN" dirty="0"/>
            </a:br>
            <a:r>
              <a:rPr lang="en-IN" dirty="0"/>
              <a:t>	 	➤ 𝙲𝚘𝚕𝚕𝚎𝚌𝚝𝚒𝚗𝚐 𝙲𝚊𝚗𝚍𝚒𝚍𝚊𝚝𝚎 𝙳𝚊𝚝𝚊</a:t>
            </a:r>
            <a:br>
              <a:rPr lang="en-IN" dirty="0"/>
            </a:br>
            <a:r>
              <a:rPr lang="en-IN" dirty="0"/>
              <a:t>	 	➤ 𝙳𝚊𝚝𝚊 𝚅𝚊𝚕𝚒𝚍𝚊𝚝𝚒𝚘𝚗 &amp; 𝙲𝚕𝚎𝚊𝚗𝚒𝚗𝚐</a:t>
            </a:r>
            <a:br>
              <a:rPr lang="en-IN" dirty="0"/>
            </a:br>
            <a:r>
              <a:rPr lang="en-IN" dirty="0"/>
              <a:t>		➤ 𝚁𝚎𝚜𝚞𝚖𝚎 𝙿𝚊𝚛𝚜𝚒𝚗𝚐 𝚄𝚜𝚒𝚗𝚐 𝙰𝙸</a:t>
            </a:r>
            <a:br>
              <a:rPr lang="en-IN" dirty="0"/>
            </a:br>
            <a:r>
              <a:rPr lang="en-IN" dirty="0"/>
              <a:t>		➤ 𝚂𝚔𝚒𝚕𝚕𝚜 𝙰𝚗𝚊𝚕𝚢𝚜𝚒𝚜 𝙰𝚕𝚐𝚘𝚛𝚒𝚝𝚑𝚖</a:t>
            </a:r>
            <a:br>
              <a:rPr lang="en-IN" dirty="0"/>
            </a:br>
            <a:r>
              <a:rPr lang="en-IN" dirty="0"/>
              <a:t>		➤ 𝙲𝚎𝚛𝚝𝚒𝚏𝚒𝚌𝚊𝚝𝚎 &amp; 𝙴𝚡𝚙𝚎𝚛𝚒𝚎𝚗𝚌𝚎 𝙲𝚑𝚎𝚌𝚔</a:t>
            </a:r>
            <a:br>
              <a:rPr lang="en-IN" dirty="0"/>
            </a:br>
            <a:r>
              <a:rPr lang="en-IN" dirty="0"/>
              <a:t>		➤ 𝙲𝚊𝚗𝚍𝚒𝚍𝚊𝚝𝚎 𝚂𝚌𝚘𝚛𝚒𝚗𝚐 𝚂𝚢𝚜𝚝𝚎𝚖</a:t>
            </a:r>
            <a:br>
              <a:rPr lang="en-IN" dirty="0"/>
            </a:br>
            <a:r>
              <a:rPr lang="en-IN" dirty="0"/>
              <a:t>		➤ 𝙰𝚞𝚝𝚘𝚖𝚊𝚝𝚎𝚍 𝚂𝚑𝚘𝚛𝚝𝚕𝚒𝚜𝚝𝚒𝚗𝚐</a:t>
            </a:r>
            <a:br>
              <a:rPr lang="en-IN" dirty="0"/>
            </a:br>
            <a:r>
              <a:rPr lang="en-IN" dirty="0"/>
              <a:t>		➤ 𝙸𝚗𝚝𝚎𝚛𝚟𝚒𝚎𝚠 𝙿𝚕𝚊𝚗𝚗𝚒𝚗𝚐 𝙼𝚘𝚍𝚞𝚕𝚎</a:t>
            </a:r>
            <a:br>
              <a:rPr lang="en-IN" dirty="0"/>
            </a:br>
            <a:r>
              <a:rPr lang="en-IN" dirty="0"/>
              <a:t>		➤ 𝙵𝚎𝚎𝚍𝚋𝚊𝚌𝚔 &amp; 𝙿𝚎𝚛𝚏𝚘𝚛𝚖𝚊𝚗𝚌𝚎 𝚄𝚙𝚍𝚊𝚝𝚎</a:t>
            </a:r>
          </a:p>
        </p:txBody>
      </p:sp>
    </p:spTree>
    <p:extLst>
      <p:ext uri="{BB962C8B-B14F-4D97-AF65-F5344CB8AC3E}">
        <p14:creationId xmlns:p14="http://schemas.microsoft.com/office/powerpoint/2010/main" val="3803965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A0DADD-FCB3-F582-8EC6-19329E998D20}"/>
              </a:ext>
            </a:extLst>
          </p:cNvPr>
          <p:cNvSpPr txBox="1"/>
          <p:nvPr/>
        </p:nvSpPr>
        <p:spPr>
          <a:xfrm>
            <a:off x="908107" y="964139"/>
            <a:ext cx="757316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𝙲𝙾𝙼𝙿𝙰𝙽𝚈 :</a:t>
            </a:r>
          </a:p>
          <a:p>
            <a:endParaRPr lang="en-IN" sz="2800" dirty="0">
              <a:solidFill>
                <a:srgbClr val="FF0000"/>
              </a:solidFill>
            </a:endParaRPr>
          </a:p>
          <a:p>
            <a:r>
              <a:rPr lang="en-IN" dirty="0"/>
              <a:t>𝙸𝙽𝚃𝙴𝙶𝚁𝙰𝚃𝙸𝙾𝙽 𝙿𝚁𝙾𝙲𝙴𝚂𝚂 </a:t>
            </a:r>
          </a:p>
          <a:p>
            <a:endParaRPr lang="en-IN" dirty="0"/>
          </a:p>
          <a:p>
            <a:r>
              <a:rPr lang="en-IN" dirty="0"/>
              <a:t>	➤ 𝙲𝚘𝚖𝚙𝚊𝚗𝚢 𝚁𝚎𝚐𝚒𝚜𝚝𝚛𝚊𝚝𝚒𝚘𝚗</a:t>
            </a:r>
          </a:p>
          <a:p>
            <a:r>
              <a:rPr lang="en-IN" dirty="0"/>
              <a:t>	➤ 𝙿𝚘𝚜𝚝𝚒𝚗𝚐 𝙹𝚘𝚋 𝚁𝚎𝚚𝚞𝚒𝚛𝚎𝚖𝚎𝚗𝚝𝚜</a:t>
            </a:r>
          </a:p>
          <a:p>
            <a:r>
              <a:rPr lang="en-IN" dirty="0"/>
              <a:t>	➤ 𝙳𝚎𝚏𝚒𝚗𝚒𝚗𝚐 𝚂𝚔𝚒𝚕𝚕 𝙲𝚛𝚒𝚝𝚎𝚛𝚒𝚊</a:t>
            </a:r>
          </a:p>
          <a:p>
            <a:r>
              <a:rPr lang="en-IN" dirty="0"/>
              <a:t>	➤ 𝙰𝚌𝚌𝚎𝚜𝚜𝚒𝚗𝚐 𝙲𝚊𝚗𝚍𝚒𝚍𝚊𝚝𝚎 𝙳𝚊𝚝𝚊 </a:t>
            </a:r>
          </a:p>
          <a:p>
            <a:r>
              <a:rPr lang="en-IN" dirty="0"/>
              <a:t>	➤ 𝙰𝚄𝚃𝙾 𝚂𝚑𝚘𝚛𝚝𝚕𝚒𝚜𝚝 𝚁𝚎𝚌𝚎𝚒𝚟𝚒𝚗𝚐 </a:t>
            </a:r>
          </a:p>
          <a:p>
            <a:r>
              <a:rPr lang="en-IN" dirty="0"/>
              <a:t>	➤ 𝙸𝚗𝚝𝚎𝚛𝚟𝚒𝚎𝚠 𝚂𝚌𝚑𝚎𝚍𝚞𝚕𝚒𝚗𝚐 </a:t>
            </a:r>
          </a:p>
          <a:p>
            <a:r>
              <a:rPr lang="en-IN" dirty="0"/>
              <a:t>	➤ 𝙾𝚗𝚕𝚒𝚗𝚎 𝙴𝚟𝚊𝚕𝚞𝚊𝚝𝚒𝚘𝚗 𝚃𝚘𝚘𝚕𝚜 </a:t>
            </a:r>
          </a:p>
          <a:p>
            <a:r>
              <a:rPr lang="en-IN" dirty="0"/>
              <a:t>	➤ 𝙷𝚒𝚛𝚒𝚗𝚐 𝙳𝚎𝚌𝚒𝚜𝚒𝚘𝚗 𝚂𝚞𝚙𝚙𝚘𝚛𝚝 </a:t>
            </a:r>
          </a:p>
          <a:p>
            <a:r>
              <a:rPr lang="en-IN" dirty="0"/>
              <a:t>	➤ 𝙾𝚏𝚏𝚎𝚛 𝙻𝚎𝚝𝚝𝚎𝚛 𝙶𝚎𝚗𝚎𝚛𝚊𝚝𝚒𝚘𝚗 </a:t>
            </a:r>
          </a:p>
          <a:p>
            <a:r>
              <a:rPr lang="en-IN" dirty="0"/>
              <a:t>	➤ 𝙴𝚖𝚙𝚕𝚘𝚢𝚎𝚎 𝙾𝚗𝚋𝚘𝚊𝚛𝚍𝚒𝚗𝚐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12CD5E-51A2-6B11-FB87-A951A13DD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054" y="2035040"/>
            <a:ext cx="4382498" cy="297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68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F44D4B-36F0-2DFC-1935-152CFA1A9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909" y="1392571"/>
            <a:ext cx="5268287" cy="45510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21CCA9-3F41-D58C-52DF-CB643E0EF61F}"/>
              </a:ext>
            </a:extLst>
          </p:cNvPr>
          <p:cNvSpPr txBox="1"/>
          <p:nvPr/>
        </p:nvSpPr>
        <p:spPr>
          <a:xfrm>
            <a:off x="1166071" y="1283516"/>
            <a:ext cx="6073629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𝚄𝚂𝙴𝚁 :</a:t>
            </a:r>
          </a:p>
          <a:p>
            <a:br>
              <a:rPr lang="en-IN" dirty="0"/>
            </a:br>
            <a:r>
              <a:rPr lang="en-IN" b="1" dirty="0"/>
              <a:t>𝚂𝙺𝙸𝙻𝙻 𝙳𝙴𝚅𝙴𝙻𝙾𝙿𝙼𝙴𝙽𝚃 𝙿𝚁𝙾𝙲𝙴𝚂𝚂</a:t>
            </a:r>
          </a:p>
          <a:p>
            <a:endParaRPr lang="en-IN" dirty="0"/>
          </a:p>
          <a:p>
            <a:r>
              <a:rPr lang="en-IN" sz="2000" dirty="0"/>
              <a:t>	 ➤ 𝚂𝚔𝚒𝚕𝚕 𝙶𝚊𝚙 𝙰𝚗𝚊𝚕𝚢𝚜𝚒𝚜</a:t>
            </a:r>
            <a:br>
              <a:rPr lang="en-IN" sz="2000" dirty="0"/>
            </a:br>
            <a:r>
              <a:rPr lang="en-IN" sz="2000" dirty="0"/>
              <a:t>	 ➤ 𝙳𝚘𝚖𝚊𝚒𝚗 𝙱𝚊𝚜𝚎𝚍 𝙰𝚜𝚜𝚎𝚜𝚜𝚖𝚎𝚗𝚝</a:t>
            </a:r>
            <a:br>
              <a:rPr lang="en-IN" sz="2000" dirty="0"/>
            </a:br>
            <a:r>
              <a:rPr lang="en-IN" sz="2000" dirty="0"/>
              <a:t>	 ➤ 𝙿𝚎𝚛𝚜𝚘𝚗𝚊𝚕𝚒𝚣𝚎𝚍 𝙻𝚎𝚊𝚛𝚗𝚒𝚗𝚐 𝙿𝚕𝚊𝚗</a:t>
            </a:r>
            <a:br>
              <a:rPr lang="en-IN" sz="2000" dirty="0"/>
            </a:br>
            <a:r>
              <a:rPr lang="en-IN" sz="2000" dirty="0"/>
              <a:t> 	     ➤ 𝙾𝚗𝚕𝚒𝚗𝚎 𝚃𝚞𝚝𝚘𝚛𝚒𝚊𝚕𝚜 𝙰𝚌𝚌𝚎𝚜𝚜</a:t>
            </a:r>
            <a:br>
              <a:rPr lang="en-IN" sz="2000" dirty="0"/>
            </a:br>
            <a:r>
              <a:rPr lang="en-IN" sz="2000" dirty="0"/>
              <a:t> 	     ➤ 𝙿𝚛𝚊𝚌𝚝𝚒𝚌𝚊𝚕 𝙿𝚛𝚘𝚓𝚎𝚌𝚝 𝚃𝚛𝚊𝚒𝚗𝚒𝚗𝚐</a:t>
            </a:r>
            <a:br>
              <a:rPr lang="en-IN" sz="2000" dirty="0"/>
            </a:br>
            <a:r>
              <a:rPr lang="en-IN" sz="2000" dirty="0"/>
              <a:t> 	     ➤ 𝙼𝚘𝚌𝚔 𝙸𝚗𝚝𝚎𝚛𝚟𝚒𝚎𝚠 𝚂𝚎𝚜𝚜𝚒𝚘𝚗𝚜</a:t>
            </a:r>
            <a:br>
              <a:rPr lang="en-IN" sz="2000" dirty="0"/>
            </a:br>
            <a:r>
              <a:rPr lang="en-IN" sz="2000" dirty="0"/>
              <a:t> 	     ➤ 𝙲𝚎𝚛𝚝𝚒𝚏𝚒𝚌𝚊𝚝𝚒𝚘𝚗 𝙿𝚛𝚘𝚐𝚛𝚊𝚖𝚜</a:t>
            </a:r>
            <a:br>
              <a:rPr lang="en-IN" sz="2000" dirty="0"/>
            </a:br>
            <a:r>
              <a:rPr lang="en-IN" sz="2000" dirty="0"/>
              <a:t> 	     ➤ 𝙿𝚎𝚛𝚏𝚘𝚛𝚖𝚊𝚗𝚌𝚎 𝙵𝚎𝚎𝚍𝚋𝚊𝚌𝚔</a:t>
            </a:r>
            <a:br>
              <a:rPr lang="en-IN" sz="2000" dirty="0"/>
            </a:br>
            <a:r>
              <a:rPr lang="en-IN" sz="2000" dirty="0"/>
              <a:t> 	    ➤ 𝙲𝚊𝚛𝚎𝚎𝚛 𝙼𝚎𝚗𝚝𝚘𝚛𝚜𝚑𝚒𝚙</a:t>
            </a:r>
            <a:br>
              <a:rPr lang="en-IN" sz="2000" dirty="0"/>
            </a:br>
            <a:r>
              <a:rPr lang="en-IN" sz="2000" dirty="0"/>
              <a:t> 	    ➤ 𝙹𝚘𝚋 𝚁𝚎𝚊𝚍𝚒𝚗𝚎𝚜𝚜 𝚃𝚛𝚊𝚒𝚗𝚒𝚗𝚐</a:t>
            </a:r>
          </a:p>
        </p:txBody>
      </p:sp>
    </p:spTree>
    <p:extLst>
      <p:ext uri="{BB962C8B-B14F-4D97-AF65-F5344CB8AC3E}">
        <p14:creationId xmlns:p14="http://schemas.microsoft.com/office/powerpoint/2010/main" val="2873962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510FC4-CDD2-EE7D-8642-48F54794B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549" y="941773"/>
            <a:ext cx="6858000" cy="5360565"/>
          </a:xfrm>
          <a:prstGeom prst="rect">
            <a:avLst/>
          </a:prstGeom>
        </p:spPr>
      </p:pic>
      <p:sp>
        <p:nvSpPr>
          <p:cNvPr id="4" name="TextBox 3">
            <a:hlinkClick r:id="rId3"/>
            <a:extLst>
              <a:ext uri="{FF2B5EF4-FFF2-40B4-BE49-F238E27FC236}">
                <a16:creationId xmlns:a16="http://schemas.microsoft.com/office/drawing/2014/main" id="{F720CE43-8A48-794D-7555-D66A1414C5A3}"/>
              </a:ext>
            </a:extLst>
          </p:cNvPr>
          <p:cNvSpPr txBox="1"/>
          <p:nvPr/>
        </p:nvSpPr>
        <p:spPr>
          <a:xfrm>
            <a:off x="1107347" y="757107"/>
            <a:ext cx="549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𝚂𝚘𝚞𝚛𝚌𝚎  :  https://hacker1514.github.io/ai/index.html</a:t>
            </a:r>
          </a:p>
        </p:txBody>
      </p:sp>
    </p:spTree>
    <p:extLst>
      <p:ext uri="{BB962C8B-B14F-4D97-AF65-F5344CB8AC3E}">
        <p14:creationId xmlns:p14="http://schemas.microsoft.com/office/powerpoint/2010/main" val="3674772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388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kniranjankumar164@outlook.com</dc:creator>
  <cp:lastModifiedBy>kniranjankumar164@outlook.com</cp:lastModifiedBy>
  <cp:revision>3</cp:revision>
  <dcterms:created xsi:type="dcterms:W3CDTF">2026-02-13T09:00:28Z</dcterms:created>
  <dcterms:modified xsi:type="dcterms:W3CDTF">2026-02-17T16:53:07Z</dcterms:modified>
</cp:coreProperties>
</file>